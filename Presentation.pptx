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3716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</a:rPr>
              <a:t>OrbitTrack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0" y="27432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B82F6"/>
                </a:solidFill>
              </a:rPr>
              <a:t>Gestão Inteligente para Impressão 3D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</a:rPr>
              <a:t>O Problema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Oficinas de impressão 3D lidam com: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- Comunicação fragmentada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- Falta de transparência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- Ausência de profissionalismo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</a:rPr>
              <a:t>A Solução: OrbitTrack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- Portal White-label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- Timeline real-time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- Passaporte Digital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- Visualizador 3D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2026-10-27T02:57:20Z</dcterms:created>
  <dcterms:modified xsi:type="dcterms:W3CDTF">2026-10-27T02:57:20Z</dcterms:modified>
</cp:coreProperties>
</file>